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D1BA52-6282-4979-B396-F571351A9F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FDECBC-DC42-4F0D-9882-A4AC830419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8DAD96-2A79-42B3-BEDE-2445A4C55D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DC435-9FBC-490E-83F4-EDC07BF5D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5EF12B-3BFC-4E52-95D8-524242A25D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7C5918-D4A7-46DB-ABBF-CBB33AE23F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32BAB-03E6-45C0-8D25-A88AA7CDBD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6ECC07-92F6-4339-811B-0C899E6A68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FF39A-C3F7-45CA-B764-0BA63A07D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87D26-8D5F-4EE6-AC49-9FE16C7545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CEDD1E-824F-41D9-A931-43DACF7A91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64AD27-7F51-45BA-85EF-9D778AFDAF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B58CC67-E6A9-42CE-BB25-BE046F209F6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Hello from OctoConv E2E fixture.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